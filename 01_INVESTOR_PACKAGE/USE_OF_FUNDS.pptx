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Use of Funds — Anticloud FZ 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Anticloud FZ LLE · Dubai, UAE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0-1.gg · lois@0-1.gg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October 2026 · 2026-10-01T13:21:28Z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Scenario A — $80M Raise at 10% Equity ($800M Pre-Money Valuation)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Category | Amount | Specific Deployment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Engineering — $24M | 30% | 8–12 senior hires (ex-labs, ex-Oracle, ex-Google): avg $350K–$500K OTE + equity pool. Compute: 4× H100 nodes (~$600K/yr). CI/CD, MLOps, red team infrastructure. 24-month burn runway on engineering.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GTM — $16M | 20% | UGC production studio and paid amplification ($4M). Influencer and platform automation across LinkedIn, X, YouTube ($3M). Memetics and imprint strategy — how the AI market perceives Anticloud's narrative ($3M). Enterprise sales team: 4 AEs + 2 SEs, target Fortune 500 regulated verticals ($4M). Event presence: RSA, AWS re:Invent, HIMSS, DoD events ($2M).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Legal — $8M | 10% | USPTO prosecution for KANTOR K5 and AIOSS format ($400K). International IP filing (PCT, EU, UAE, GCC) ($600K). Enterprise contract counsel, BAA/DPA templates ($1M). Regulatory counsel (EU AI Act, FedRAMP authorization) ($2M). M&amp;A / acquisition defense reserve ($4M).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Holding / Reinvestment — $16M | 20% | High-return, low-time investments: treasury instruments, short-duration bonds, strategic LP positions in aligned funds. Capital preservation with 6–12% target return to extend runway without dilution.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Owner Discretionary — $8M | 10% | Emergency procurement, strategic acquisitions of distressed AI assets, founder reserve for organizational pivots not foreseeable at raise.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Total: $80M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Implied valuation at raise: $800M pre-money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Runway at $80M: 36–48 months to Series A / profitability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Scenario B — $1M Raise (Angel / Non-Dilutive Preferred / Design Partner)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Category | Amount | Specific Deployment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Engineering — $300K | 30% | 1 senior ML engineer hire (6-month contract) + compute credits for PAX fine-tuning on 2–3 regulated-vertical datasets. TRL 7 → TRL 8 milestone.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GTM — $200K | 20% | First enterprise design partner outreach: 2 regulated-vertical pilots (healthcare + finance). UGC seeding and press syndication. lois@0-1.gg inbound pipeline activation.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Legal — $100K | 10% | USPTO provisional filing for KANTOR K5. BAA template for HIPAA design partners. UAE regulatory counsel for FZ expansion.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Holding / Reinvestment — $200K | 20% | Capital preservation + infrastructure pre-payment (GPU reservation, bandwidth) to extend runway beyond the engineering spend.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Owner Discretionary — $100K | 10% | Emergency procurement, event travel (RSA, GITEX Dubai), prototype hardware.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Total: $1M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Best use case: First paying design partner, TRL 8 milestone, press and pipeline activation.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Runway at $1M: 6–9 months to demonstrated enterprise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Unit Economics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Metric | Value | Notes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PAX cost per 1M tokens | $0.08 | T4 GPU, UAE compute rate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Enterprise deployment cost | ~$15–50K setup | Hardware + integration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Annual license (enterprise) | $18K–$5M | By org tier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Gross margin (software) | ~85–92% | After compute, no salaries counted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Cost to develop most of stack | ~$0 marginal | Open-source corpus, founder-built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PAX training / fine-tuning cost | Low thousands per run | Primary capex item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Anticloud's development cost structure is structurally near-zero for the software corpus — the primary capex is model training and fine-tuning. Engineering hires accelerate velocity; they do not unlock the technology, which exists already.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Prepared by: Anticloud FZ LLE Internal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Chain hash (AIOSS): 8b4a8a4f6312dfbe885de8280716985637c163fd2a4b5590341d56db1cc4e560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