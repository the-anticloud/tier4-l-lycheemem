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Intellectual Property Assignment and Prior Art — Anticloud FZ 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Anticloud FZ LLE · Dubai, UAE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0-1.gg · lois@0-1.gg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October 2026 · 2026-10-01T13:21:28Z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Primary IP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### 1. KANTOR K5 — Post-Quantum Archive Hash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Description: A novel deterministic cryptographic hash construction for AI software archives: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SHA3-256(archive_sha3 ‖ file_size_le64 ‖ project_name_utf8 ‖ NULL ‖ timestamp_iso)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The construction binds archive content, size, project identity, and timestamp in a single verifiable hash resistant to quantum computing attacks. Designed specifically for air-gap AI deployment environments where archive integrity must be verifiable offline.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USPTO Status: Pending. Provisional application in drafting as of 2025–2026. Prior art established and documented (see evidence below).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Prior Art Evidence: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First public specification: Anticloud corpus, TIER_1_ANTICLOUD_CORE, timestamped and AIOSS-chained, 2025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Harvard Dataverse archive: DOI 10.7910/DVN/YMJKOG — AIOSS format specification including K5 construction, archived and DOI-assigned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Internet Archive snapshot: archive.org/details/anticloud-api-oss-fixed-10-research-index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ORCID research profile: 0009-0009-2233-6107 — linked publications include K5 specification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Dev.to publication record: 50 articles, multiple referencing KANTOR K5 by name and construction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Chain hash of originating commit: 8b4a8a4f6312dfbe885de8280716985637c163fd2a4b5590341d56db1cc4e560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Ownership: Lois-Kleinner Alpasan, assigned to Anticloud FZ LLE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2. AIOSS Format — AI Operating System Software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IP Assignment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Asset | Creator | Assigned To | Date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KANTOR K5 hash construction | Lois-Kleinner Alpasan | Anticloud FZ LLE | 2025–2026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AIOSS ledger format and protocol | Lois-Kleinner Alpasan | Anticloud FZ LLE | 2025–2026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System of Things (SoT) architecture | Lois-Kleinner Alpasan | Anticloud FZ LLE | 2025–2026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PAX L5/L2 27B model + fine-tuning pipeline | Lois-Kleinner Alpasan | Anticloud FZ LLE | 2025–2026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123-project corpus (all tiers) | Lois-Kleinner Alpasan | Anticloud FZ LLE | 2025–2026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Anticommons Enterprise License 1.0 | Lois-Kleinner Alpasan | Anticloud FZ LLE | 2025–2026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All assignments are to Anticloud FZ LLE as the legal entity. No third-party IP is incorporated into any core Anticloud invention. All open-source dependencies are Apache 2.0 or MIT licensed with no copyleft provisions that affect commercial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Prior Art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Anticloud's prior art position is strong across all primary inventions. The prior art is: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1. Timestamped independently — Harvard Dataverse DOIs are immutable records with independent timestamps assigned by Harvard University Libraries infrastructure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2. Publicly accessible — Internet Archive, Zenodo, OSF, Figshare, Dev.to, and ORCID provide independent public access points not controlled by Anticloud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3. Cryptographically chained — Every corpus artifact is AIOSS-signed and K5-hashed, providing tamper-evident evidence of when each invention was documented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4. Cross-platform corroborated — The same inventions appear across 8+ independent archival platforms, making retroactive manipulation of dates computationally and institutionally infeasible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The prior art position as of October 2026 is sufficient to support USPTO prosecution and to defend against third-party claims on any of the four primary IP assets.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Third-Party IP 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Risk | Assessment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Base model (27B parameter foundation) | Open-weight base model used under permissive license. Fine-tuning weights are original. No IP risk.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AIOSS chain construction (SHA3-256) | SHA3-256 is a NIST standard. The construction and protocol are novel. No IP risk on underlying primitive.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Apache 2.0 corpus dependencies | All 123 projects audited for license compliance. Apache 2.0 / MIT only. No copyleft. No IP risk.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K5 hash construction primitives | Uses standard cryptographic primitives (SHA3-256, POSIX primitives). Construction is novel. No IP risk on primitives.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Prepared by: Anticloud FZ LLE Internal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USPTO counsel: Engaged, drafting in progress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AIOSS chain hash: 8b4a8a4f6312dfbe885de8280716985637c163fd2a4b5590341d56db1cc4e560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