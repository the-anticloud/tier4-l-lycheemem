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L_LYCHEEMEM</a:t>
            </a:r>
          </a:p>
          <a:p>
            <a:r>
              <a:t>Tier: TIER_4_INFERENCE_AGENTS</a:t>
            </a:r>
          </a:p>
          <a:p>
            <a:r>
              <a:t>Identity: Upstream getzep/zep @ 495bf72880d1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getzep/zep |</a:t>
            </a:r>
          </a:p>
          <a:p>
            <a:r>
              <a:t>| Commit | 495bf72880d13f0b81696ec4f88a9817ed85ca73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405.38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L_LYCHEEMEM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